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035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53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423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2986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48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3527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926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383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3299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821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94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5507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8126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8118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045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700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D89EF-F2AB-4068-A64F-EC256BEBCCE6}" type="datetimeFigureOut">
              <a:rPr lang="zh-TW" altLang="en-US" smtClean="0"/>
              <a:t>2021/9/22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6A4BB5-520F-4A1E-A139-79A098DBF0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31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FAE7AA-039F-4BAF-B120-C75D11E645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訓練速度過慢問題</a:t>
            </a:r>
          </a:p>
        </p:txBody>
      </p:sp>
    </p:spTree>
    <p:extLst>
      <p:ext uri="{BB962C8B-B14F-4D97-AF65-F5344CB8AC3E}">
        <p14:creationId xmlns:p14="http://schemas.microsoft.com/office/powerpoint/2010/main" val="3582752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E08B78-9F96-43CA-9414-37F28868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84" y="457200"/>
            <a:ext cx="9326202" cy="6225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目前定性為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效能不夠導致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速度過慢造成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利用率不佳，理由請見下表以及說明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由於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itracker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單張照片具有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224x224x3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的大小，相對的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mnist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只有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28x28x1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的大小，單張照片容量相差巨大，在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容量相當的情況下，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itracker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只能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64*3 = 192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張圖片，而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mnist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則能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2560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張圖片，相差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12.8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倍，雖然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itracker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較為複雜，但由於處理圖片太少，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始終是一下算完接著等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，而在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mnist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層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模型的情況下，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訓練速度差依然不夠大原因是模型不夠複雜，導致就算以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計算也不比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差多少，但仍有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倍速差，而在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mnist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層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模型的情況下，雖然複雜度遠不如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itracker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12.8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倍的照片數量差足以使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保持在高使用率，持續計算雖不那麼複雜，但是大量的資料，而這段計算的時間足以讓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把下一個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load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進來，這也是唯獨在這個設定下能使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訓練速度差拉開到十多倍的原因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單個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batch_size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夠大，且下一個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要能在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算完後迅速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計算，且模型具一定複雜度，這也是我將訓練速度過慢歸咎於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效能不足的原因，接下來會說明我想到的三種解決方案</a:t>
            </a: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EFF73EE8-0927-4F9E-9D50-8A2933B38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161244"/>
              </p:ext>
            </p:extLst>
          </p:nvPr>
        </p:nvGraphicFramePr>
        <p:xfrm>
          <a:off x="471085" y="941494"/>
          <a:ext cx="9042400" cy="16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>
                  <a:extLst>
                    <a:ext uri="{9D8B030D-6E8A-4147-A177-3AD203B41FA5}">
                      <a16:colId xmlns:a16="http://schemas.microsoft.com/office/drawing/2014/main" val="4123348965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3883865049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3263958669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3709182471"/>
                    </a:ext>
                  </a:extLst>
                </a:gridCol>
              </a:tblGrid>
              <a:tr h="555976">
                <a:tc>
                  <a:txBody>
                    <a:bodyPr/>
                    <a:lstStyle/>
                    <a:p>
                      <a:r>
                        <a:rPr lang="en-US" altLang="zh-TW" dirty="0"/>
                        <a:t>Model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Dataset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GPU</a:t>
                      </a:r>
                      <a:r>
                        <a:rPr lang="zh-TW" altLang="en-US" dirty="0"/>
                        <a:t>使用率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與純</a:t>
                      </a:r>
                      <a:r>
                        <a:rPr lang="en-US" altLang="zh-TW" dirty="0"/>
                        <a:t>CPU</a:t>
                      </a:r>
                      <a:r>
                        <a:rPr lang="zh-TW" altLang="en-US" dirty="0"/>
                        <a:t>訓練速度差</a:t>
                      </a:r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iTracker</a:t>
                      </a:r>
                      <a:r>
                        <a:rPr lang="en-US" altLang="zh-TW" dirty="0"/>
                        <a:t> Model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iTracker</a:t>
                      </a:r>
                      <a:r>
                        <a:rPr lang="en-US" altLang="zh-TW" dirty="0"/>
                        <a:t> Dataset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0~70%</a:t>
                      </a:r>
                      <a:r>
                        <a:rPr lang="zh-TW" altLang="en-US" dirty="0"/>
                        <a:t>跳動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差</a:t>
                      </a:r>
                      <a:r>
                        <a:rPr lang="en-US" altLang="zh-TW" dirty="0"/>
                        <a:t>1</a:t>
                      </a:r>
                      <a:r>
                        <a:rPr lang="zh-TW" altLang="en-US" dirty="0"/>
                        <a:t>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61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單層</a:t>
                      </a:r>
                      <a:r>
                        <a:rPr lang="en-US" altLang="zh-TW" dirty="0"/>
                        <a:t>CNN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Mnist</a:t>
                      </a:r>
                      <a:r>
                        <a:rPr lang="en-US" altLang="zh-TW" dirty="0"/>
                        <a:t> Dataset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0~42%</a:t>
                      </a:r>
                      <a:r>
                        <a:rPr lang="zh-TW" altLang="en-US" dirty="0"/>
                        <a:t>跳動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差</a:t>
                      </a:r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33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層</a:t>
                      </a:r>
                      <a:r>
                        <a:rPr lang="en-US" altLang="zh-TW" dirty="0"/>
                        <a:t>CNN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Mnist</a:t>
                      </a:r>
                      <a:r>
                        <a:rPr lang="en-US" altLang="zh-TW" dirty="0"/>
                        <a:t> Dataset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穩定</a:t>
                      </a:r>
                      <a:r>
                        <a:rPr lang="en-US" altLang="zh-TW" dirty="0"/>
                        <a:t>61%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差</a:t>
                      </a:r>
                      <a:r>
                        <a:rPr lang="en-US" altLang="zh-TW" dirty="0"/>
                        <a:t>10</a:t>
                      </a:r>
                      <a:r>
                        <a:rPr lang="zh-TW" altLang="en-US" dirty="0"/>
                        <a:t>倍以上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38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263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9B20A8-016E-466C-8AAA-5A2250E50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方案一，改變圖片大小（不推薦）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69233D-2FE7-47FB-88B0-1D2E68D62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優點是如果能把圖片變小便能使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batch_size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上升，使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處理更多的資料，這樣就能拉高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使用率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訓練速度提升</a:t>
            </a: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缺點是必須更改整個模型在中間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的輸入、輸出等，且由於訓練集中包含整張人臉以及左右眼，縮小照片可能造成模糊化，導致訓練精度降低，即便訓練速度變快了，最後收斂的精度可能也不高，因此不推薦</a:t>
            </a: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646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2B7019-47F6-445F-910A-16FA9067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方案二，使用更強的</a:t>
            </a:r>
            <a:r>
              <a:rPr lang="en-US" altLang="zh-TW" dirty="0"/>
              <a:t>CPU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AD6829-F56F-4E65-8A85-39D25F507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如前面提到的，由於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過慢導致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拿到要處理的資料的速度太慢了，導致整體速度慢，提升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的效能可以加快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的速度，這樣即使不能一次處理大量的圖片也可以利用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快速的優勢少量多次的送入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，這樣理應也能使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使用率上升，且這麼做不用動到圖片與模型，不會對整個模型產生未知的影響</a:t>
            </a: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缺點是不清楚提升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能帶給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多大的提升以及需要花錢添購新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747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E30D0D-391C-4715-8820-E342CA25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方案三，更改專題題目（最後手段）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03021A-E3E0-4144-9A1B-F0F13AB9A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如果前兩項都無法實現時的最後手段，慚愧的說這個暑假雖然研究了不少眼動儀的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的知識，但是實在是沒有訓練出什麼比較成功的模型，也因此現在改專題題目還來得及，沒有這麼大的損失，當然，這是無計可施時的最後手段，還是先以方案一二為主看能不能解決問題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627788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662</Words>
  <Application>Microsoft Office PowerPoint</Application>
  <PresentationFormat>寬螢幕</PresentationFormat>
  <Paragraphs>32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Arial</vt:lpstr>
      <vt:lpstr>Times New Roman</vt:lpstr>
      <vt:lpstr>Trebuchet MS</vt:lpstr>
      <vt:lpstr>Wingdings 3</vt:lpstr>
      <vt:lpstr>多面向</vt:lpstr>
      <vt:lpstr>訓練速度過慢問題</vt:lpstr>
      <vt:lpstr>PowerPoint 簡報</vt:lpstr>
      <vt:lpstr>方案一，改變圖片大小（不推薦） </vt:lpstr>
      <vt:lpstr>方案二，使用更強的CPU</vt:lpstr>
      <vt:lpstr>方案三，更改專題題目（最後手段）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訓練速度過慢問題</dc:title>
  <dc:creator>盈盛 黃</dc:creator>
  <cp:lastModifiedBy>盈盛 黃</cp:lastModifiedBy>
  <cp:revision>2</cp:revision>
  <dcterms:created xsi:type="dcterms:W3CDTF">2021-09-22T12:35:52Z</dcterms:created>
  <dcterms:modified xsi:type="dcterms:W3CDTF">2021-09-22T12:49:04Z</dcterms:modified>
</cp:coreProperties>
</file>